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Manager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Document Intelligence, ServiceNow Integration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NLP-Driven Voice Search  —  Deltek IT Operations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Cases &amp; Architecture Overview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internal support tool combining Document Intelligence (RAG), ServiceNow integration, Web knowledge synthesis, NLP intent detection, voice search, and smart autocomplete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conversational interface eliminates switching between multiple tools, portals, and knowledge bases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search via Web Speech API for hands-free queries; real-time speech-to-text transcription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 intent detection classifies queries into 6 intent types with entity extraction and confidence scoring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Dual-tier autocorrect: instant client dictionary (40+ IT terms) + GPT-powered server spell correction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autocomplete with local history + GPT-generated suggestions as you type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10 document formats for upload, 2-stage semantic search with cosine reranking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Searches 8 ServiceNow table types with fuzzy matching, relevance scoring, and deep linking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Exports conversations in 6 professional formats (PDF, Word, Excel, PowerPoint, CSV, TXT)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Translates responses into 11 languages with technical term preservation and RTL support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— Pain Points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Pain Point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Scattered Knowledge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Engineers spend 15–30 min searching for answers in PDFs, Word docs, spreadsheets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ServiceNow Friction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Complex filters and table structures slow down triage and pattern detection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Context Switching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Jumping between 4–6 tools (SN, SharePoint, Google, docs) breaks focus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Intelligent Search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Keyword search fails when user doesn't know exact terminology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Typos Derail Searches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Misspelled IT terms return zero results; users waste time reformulating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Hands-Busy Situations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Engineers working on hardware can't type; need voice-first interaction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Overhead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compilation of findings into reports wastes time on formatting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Language Barriers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Global teams need information in multiple languages; manual translation delays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Cases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UC-01: Document-Based Q&amp;A (RAG Mode)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Actor: Support Engineer, SysAdmin, DevOps Engineer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runbooks, SOPs, guides in PDF, DOCX, XLSX, CSV, TXT, MD, HTML, JSON formats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natural language questions — system performs 2-stage semantic retrieval: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Stage 1: Similarity search retrieves top 12 candidate chunks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Stage 2: Re-ranks by cosine similarity, keeps top 6 (threshold &gt;= 0.28)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GPT-4o-mini synthesizes a clear answer with page number citations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Reduces time-to-answer from 15–30 minutes to 10–15 seconds (~99% faster)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Handles multi-document knowledge bases; auto-rebuilds index on upload/delete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UC-02: ServiceNow Ticket Lookup (Exact Match)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Actor: Service Desk Agent, Incident Manager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 a ServiceNow ticket number (e.g., 'Show me INC0045678') in chat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 auto-detects intent as 'ticket_lookup' with high confidence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8 token types: INC / REQ / RITM / SCTASK / KB / CHG / PRB / TASK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Queries ServiceNow REST API for exact record details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Returns: state, priority, assignment group, description, resolution notes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Includes deep link back to the full record in ServiceNow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even when ticket number is embedded mid-sentence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UC-03: ServiceNow Fuzzy Search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Actor: Problem Manager, Major Incident Manager, Change Manager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search: 'Find Exchange Online incidents from the last 30 days'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 extracts: intent=ticket_search, keywords=[Exchange, Online], time_window=30 days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Multi-table search across 8 ServiceNow tables simultaneously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Two-pass strategy: Pass 1 (full phrase) -&gt; Pass 2 (individual keywords)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scored by keyword match weight + date recency, deduplicated across tables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Graceful ACL handling: skipped tables reported to user, retries with default fields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GPT-4o-mini summarizes findings with deep links to each record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UC-04: Web Knowledge Synthesis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Actor: Any team member needing general technical knowledge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to Web mode and ask any technical question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Vendor-aware biasing routes queries to authoritative sources: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Outlook/Office 365 -&gt; Microsoft support priority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VPN/Cisco -&gt; Cisco.com priority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ServiceNow -&gt; ServiceNow support priority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GPT-4o-mini synthesizes comprehensive, structured answer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need to leave the tool to search external websites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UC-05: Voice Search (Web Speech API)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Actor: Field Engineer, any hands-busy scenario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microphone button -&gt; browser requests mic permission via getUserMedia()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Speech API begins continuous real-time transcription (Chrome/Edge/Safari)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interim transcription visible in the input field as user speaks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transcript auto-populates input and triggers NLP analysis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feedback: Idle (blue), Listening (red pulse animation), Unsupported (gray)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handling: no-speech, not-allowed, no-mic-found, network errors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Auto-restarts on silence timeout for uninterrupted workflow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Hands-free search when typing isn't practical (hardware work, meetings)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UC-06: Smart Autocomplete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Actor: Any user typing a query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Dual-source suggestions appear as user types: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Local (instant): Matches from conversation history + 16 IT query templates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AI (600ms debounce): GPT-generated completions via POST /nlp/suggest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Keyboard navigation: Arrow keys, Tab/Enter to select, Escape to close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Reduces keystrokes by 50–70% for common queries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History-based suggestions learn from past searches in the session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suggestions generate context-aware IT support completions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Templates: 'Show me INC...', 'Find incidents about...', 'Search for change requests...'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UC-07: Autocorrect &amp; Spell Correction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Actor: Any user (especially fast typists)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Two-tier spell correction system working together: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1 — Client-side Dictionary (instant, on space/enter):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40+ common IT misspellings: incidnet-&gt;incident, exchagne-&gt;exchange, passwrod-&gt;password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Covers: ServiceNow terms, infrastructure, Microsoft products, Linux/Cisco, networking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 2 — Server-side LLM (800ms debounce):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GPT-4o-mini corrects complex misspellings in NLP analysis response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Returns corrected text alongside intent classification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bar shows auto-correction feedback to user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Zero-friction: user doesn't need to retype or manually fix typos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UC-08: NLP Intent Detection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Actor: System (automatic, transparent to user)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query analysis via POST /nlp/analyze (800ms debounce)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 classifies into 6 intent types with confidence score: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ticket_lookup (green) — Exact SN ticket reference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ticket_search (blue) — Fuzzy search for SN records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document_qa (yellow) — Question for uploaded docs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web_search (purple) — General web knowledge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greeting (gray) — Hello/Hi type messages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unclear (red) — Ambiguous or incomplete query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Entity extraction: ticket_number, keywords, time_window, assignment_group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Suggested source recommendation (web / documents / servicenow)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NLP indicator below input: intent badge, confidence %, entities, summary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UC-09: Multi-Format Export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Actor: Team Lead, Auditor, Project Manager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any conversation into a professional document with one click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— Formal reports, audit records, email attachments (PDFKit)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 (.docx) — Editable reports, post-incident reviews (docx library)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(.xlsx) — Data analysis, trend tracking, bulk review (ExcelJS)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 (.pptx) — Presentations, management briefings (pptxgenjs)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CSV — Data import into other tools, bulk processing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TXT — Quick notes, clipboard sharing, lightweight records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levels: Per-message (inline buttons), Full chat, Manual text (compose modal)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exports include timestamps, sender ID, chat mode labels, and source citations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UC-10: Multi-Language Translation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Actor: Global Support Teams, International Stakeholders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 any response into 11 languages with one-click flag buttons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Supported: English, Spanish, French, German, Japanese, Korean, Russian, Chinese, Arabic (RTL), Hindi, Filipino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preservation rules during translation: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Markdown formatting, code blocks, and URLs unchanged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ServiceNow tokens (INC/REQ/SCTASK/KB/etc.) NOT translated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Numbers, IDs, timestamps, and file paths preserved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RTL support for Arabic (auto-detected)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Configurable character limit (default: 12,000 chars per translation)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UC-11: Document Management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Actor: Knowledge Manager, Support Engineer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documents via file picker in the sidebar (multiple files supported)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Supports 10+ formats: PDF, DOCX, XLSX, CSV, TXT, MD, HTML, JSON, DOC, PPT/PPTX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individual documents or reset entire knowledge base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index automatically rebuilds on every upload/delete action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cards with icons, View/Download/Delete buttons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 traversal protection on file serving (security hardened)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Text Analyzer: compose text in modal -&gt; upload as document for RAG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Composite Use Case: End-to-End Incident Resolution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'Find recent Exchange incidents' (voice)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Voice + SN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Hands-free search, finds related incidents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Autocomplete suggests: 'Show me INC0045678'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Autocomplete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One-click query from suggestion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NLP detects: ticket_lookup, INC0045678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NLP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Auto-classified, entities extracted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'What does our Exchange guide say?'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Queries uploaded runbook for steps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'How to verify Exchange health via PS?'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Microsoft-recommended commands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Translate resolution to Hindi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Translate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 multi-language knowledge sharing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 full conversation as PDF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Audit-ready incident report in one click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Proposition — Quantitative Benefits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Before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After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Improvement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Avg. time to find documentation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15–30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10–15 sec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~99% faster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ServiceNow search &amp; navigation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5–10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5–10 sec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~98% faster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Report / export generation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20–40 min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sec (auto)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~99% faster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Cross-language communication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Seconds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Near-instant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Context switches per investigation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4–6 tools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tool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83% reduction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Query typo recovery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Re-type (30s)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Auto-fix (0s)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eliminated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Hands-busy query capability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possible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Voice search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capability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Users &amp; Primary Use Cases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Use Cases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 Desk Agent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Lookup (02), Fuzzy Search (03), Autocomplete (06), Translation (10)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Support Engineer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Q&amp;A (01), Voice Search (05), Autocorrect (07), Web (04)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Manager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Pattern Analysis (03), NLP Intent (08), Export Reports (09)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Problem Manager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Cross-Table Search (03), Root Cause Docs (01), Exports (09)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Change Manager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CHG Lookup (02), Change Procedure Docs (01)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Knowledge Manager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 Management (11), Validate KB Accuracy (01)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 Lead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Reporting (09), Global Team Communication (10)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DevOps / Field Engineer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Runbook Q&amp;A (01), Voice Search (05), Web (04)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F46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3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2286000" cy="594360"/>
          </a:xfrm>
          <a:prstGeom prst="roundRect">
            <a:avLst>
              <a:gd name="adj" fmla="val 15385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SPA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+ marked.js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100584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6080" y="1005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Search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Speech 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00584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005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Autocomplete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+ AI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1005840"/>
            <a:ext cx="1828800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49440" y="1005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Autocorrect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Dict (40+)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61120" y="100584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0" y="10058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 Indicator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Intent + Confidence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609344"/>
            <a:ext cx="0" cy="35661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4320" y="1965960"/>
            <a:ext cx="11521440" cy="3337560"/>
          </a:xfrm>
          <a:prstGeom prst="roundRect">
            <a:avLst>
              <a:gd name="adj" fmla="val 4110"/>
            </a:avLst>
          </a:prstGeom>
          <a:solidFill>
            <a:srgbClr val="F8FAFC"/>
          </a:solidFill>
          <a:ln w="1905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11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Express.js Server (server.js — Port 5000)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/chat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routes/chat.js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31720" y="246888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33172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Mgmt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routes/documents.js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06240" y="246888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0624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Chat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routes/exports.js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46888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8076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ServiceNow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routes/servicenow.js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955280" y="246888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95528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Translate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routes/translate.js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829800" y="2468880"/>
            <a:ext cx="1737360" cy="54864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829800" y="24688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 / Suggest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routes/nlp.js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291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llm.js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GPT-4o-mini + Embeddings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108960" y="329184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108960" y="3291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rag.js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VectorStore + 2-Stage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60720" y="3291840"/>
            <a:ext cx="2468880" cy="594360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760720" y="329184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sn-client.js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Fuzzy Search + Tokens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412480" y="3291840"/>
            <a:ext cx="3200400" cy="594360"/>
          </a:xfrm>
          <a:prstGeom prst="roundRect">
            <a:avLst>
              <a:gd name="adj" fmla="val 15385"/>
            </a:avLst>
          </a:prstGeom>
          <a:solidFill>
            <a:srgbClr val="D97706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412480" y="32918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exporters.js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PDF/DOCX/XLSX/PPTX/CSV/TXT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28800" y="420624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82880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utils/helpers.js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420624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00800" y="42062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config.js — .env Parser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371600" y="566928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371600" y="56692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API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GPT-4o-mini + text-embedding-3-small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83680" y="566928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583680" y="56692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ServiceNow REST API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/ Requests / Changes / KB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0" y="530352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8686800" y="530352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731520" y="6583680"/>
            <a:ext cx="2468880" cy="4572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31520" y="6583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data/ — Uploaded Docs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0" y="658368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657600" y="6583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exported_documents/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NLP, Voice Search &amp; Autocomplete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00584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0058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Keyboard Input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0" y="100584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 Button Click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getUserMedia() permission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0" y="155448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114800" y="1828800"/>
            <a:ext cx="2743200" cy="54864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0" y="1828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SpeechRecognition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continuous + interim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237744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14800" y="265176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0" y="2651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Transcript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57400" y="1554480"/>
            <a:ext cx="0" cy="18288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0" y="3108960"/>
            <a:ext cx="-182880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" y="3383280"/>
            <a:ext cx="5029200" cy="45720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Text (typed or transcribed)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384048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657600" y="3840480"/>
            <a:ext cx="228600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29200" y="3840480"/>
            <a:ext cx="457200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" y="42062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4206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Autocorrect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40+ IT term dictionary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0" y="470916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" y="502920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50292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Corrected Text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on space/enter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42062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4206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/nlp/analyze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800ms debounce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470916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114800" y="502920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114800" y="50292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Intent + Confidence + Entities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autocorrect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0" y="420624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29600" y="4206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Autocomplete Engine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+ POST /nlp/suggest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829800" y="470916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229600" y="502920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229600" y="5029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Dropdown: History + AI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Arrow keys/Tab/Enter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0" y="5852160"/>
            <a:ext cx="658368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743200" y="58521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to POST /chat (3-Step Parallel Search: Web + Docs + SN)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28800" y="5532120"/>
            <a:ext cx="320040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943600" y="553212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9829800" y="5532120"/>
            <a:ext cx="-205740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57200" y="6492240"/>
            <a:ext cx="11155680" cy="457200"/>
          </a:xfrm>
          <a:prstGeom prst="roundRect">
            <a:avLst>
              <a:gd name="adj" fmla="val 16000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6492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 Indicator Bar:  Intent Badge (color-coded)  |  Confidence %  |  Suggested Source  |  Extracted Entities  |  Summary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Flow — Three Parallel Search Modes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1005840"/>
            <a:ext cx="2926080" cy="548640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0" y="10058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Sends Message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1554480"/>
            <a:ext cx="0" cy="3657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46320" y="1920240"/>
            <a:ext cx="2377440" cy="822960"/>
          </a:xfrm>
          <a:prstGeom prst="diamond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920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Mode?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331720"/>
            <a:ext cx="-2468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256032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926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1: Similarity (k=12)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57400" y="342900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65760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657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2: Re-rank (top k=6)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057400" y="416052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38912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389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 Filter (&gt;= 0.28)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57400" y="489204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512064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5120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GPT-4o-mini + Page Refs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274320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303520" y="2697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ServiceNow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0" y="292608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89120" y="2926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Detected? (INC/REQ...)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89320" y="342900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389120" y="365760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389120" y="3657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Lookup / Fuzzy Search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89320" y="416052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389120" y="438912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389120" y="4389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Multi-Table Score &amp; Dedup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89320" y="489204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389120" y="512064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389120" y="5120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GPT-4o-mini + Deep Links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23760" y="2331720"/>
            <a:ext cx="2468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8686800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412480" y="292608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412480" y="29260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Vendor-Aware Biasing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012680" y="3429000"/>
            <a:ext cx="0" cy="22860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412480" y="365760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412480" y="36576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GPT-4o-mini Synthesis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0" y="5943600"/>
            <a:ext cx="4754880" cy="54864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657600" y="59436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Answer + Sources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057400" y="5623560"/>
            <a:ext cx="297180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989320" y="562356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012680" y="4206240"/>
            <a:ext cx="-2240280" cy="17373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Pipeline — Document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73152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11430000" cy="2194560"/>
          </a:xfrm>
          <a:prstGeom prst="roundRect">
            <a:avLst>
              <a:gd name="adj" fmla="val 4167"/>
            </a:avLst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 INGESTION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54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Upload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Multer (10 formats)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-&gt;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1554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34640" y="1554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Text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pdf-parse, mammoth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-&gt;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212080" y="1554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212080" y="1554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 Splitting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3000 chars / 450 overlap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2376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-&gt;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589520" y="1554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589520" y="15544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Embeddings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text-embedding-3-small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-&gt;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966960" y="155448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966960" y="15544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 Store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In-Memory Index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11430000" cy="2194560"/>
          </a:xfrm>
          <a:prstGeom prst="roundRect">
            <a:avLst>
              <a:gd name="adj" fmla="val 4167"/>
            </a:avLst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703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2-STAGE RETRIEVAL + GENERATION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4F46E5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Question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-&gt;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2651760" y="41605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651760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 Query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Model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8056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-&gt;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846320" y="41605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Similarity Search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k=12 Candidates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-&gt;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7040880" y="41605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040880" y="4160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Re-Rank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k=6 (&gt;=0.28)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-&gt;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9235440" y="4160520"/>
            <a:ext cx="2286000" cy="64008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  <a:effectLst>
            <a:outerShdw sx="100000" sy="100000" kx="0" ky="0" algn="bl" rotWithShape="0" blurRad="50800" dist="25400" dir="16200000">
              <a:srgbClr val="00000033">
                <a:alpha val="7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235440" y="41605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GPT-4o-mini</a:t>
            </a:r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+ Citations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744200" y="2194560"/>
            <a:ext cx="0" cy="1965960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0332720" y="28346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Vector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Index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ServiceNow Integration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Lookup: Detects tokens (INC/REQ/RITM/SCTASK/KB/CHG/PRB/TASK + digits)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-&gt; API: GET /api/now/table/{table}?sysparm_query=number={TOKEN}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-&gt; Returns full record details + deep link to ServiceNow UI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Fuzzy Search: Multi-table keyword search with intelligent scoring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-&gt; Extracts keywords + date window from natural language query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-&gt; Two-pass: Pass 1 (full phrase) -&gt; Pass 2 (individual keywords)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-&gt; Searches 8 tables: incident, sc_request, sc_req_item, sc_task, problem, change_request, kb_knowledge, task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-&gt; Scores by keyword match weight + date recency bonus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-&gt; Deduplicates results across tables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-&gt; Graceful ACL handling: retries with default fields, tracks skipped tables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Linking: KB -&gt; kb_view.do?sysparm_article=KB123  |  Others -&gt; {table}.do?sysparm_query=number={NUM}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Purpose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HTML5 + Tailwind CSS + marked.js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Responsive UI with dark/light mode, markdown rendering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Voice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Speech API + getUserMedia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Browser-native speech-to-text transcription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Express.js (Node.js)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REST API server on port 5000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/ LLM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GPT-4o-mini (OpenAI)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Chat, NLP analysis, translation, autocomplete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Embeddings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text-embedding-3-small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&amp; query vectorization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Vector Store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MemoryVectorStore (in-memory)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 similarity search for RAG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RAG Framework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LangChain 0.3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 loading, splitting, chaining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NLP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GPT-4o-mini (structured JSON)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Intent detection, entity extraction, autocorrect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 Processing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pdf-parse, mammoth, ExcelJS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PDF, DOCX, XLSX text extraction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PDFKit, docx, ExcelJS, pptxgenjs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6-format document generation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Integration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ServiceNow REST API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search &amp; lookup (8 tables, Basic auth)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Configuration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Parameter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Default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Description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 listening port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OPENAI_API_KEY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(required)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OpenAI API key for GPT-4o-mini &amp; embeddings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SN_BASE_URL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(required)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ServiceNow instance URL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SN_USER / SN_PASS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(required)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ServiceNow service account credentials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RAG_CHUNK_SIZE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Characters per document chunk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RAG_CHUNK_OVERLAP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Overlap between adjacent chunks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RAG_TOP_K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First-stage retrieval count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RAG_RERANK_K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Post-rerank keep count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RAG_MIN_SIM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0.28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Cosine similarity threshold (0-1)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SN_DEFAULT_DAYS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Default lookback window for fuzzy search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WEB_BIAS_ENABLE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Enable vendor-aware query biasing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MAX_TRANSLATE_CHARS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Translation character limit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server.js — Express.js entry point (port 5000)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package.json — Node.js dependencies and scripts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run-node.bat / setup-node.ps1 — Startup &amp; setup scripts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.env — Environment variables (not committed to source control)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src/config.js — All configuration &amp; .env parser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src/routes/ — chat.js, documents.js, exports.js, servicenow.js, translate.js, nlp.js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src/services/ — llm.js, rag.js, sn-client.js, exporters.js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src/utils/helpers.js — Shared utility functions (joinToStr, clip, logStep)</a:t>
            </a:r>
            <a:pPr indent="0" marL="0">
              <a:spcAft>
                <a:spcPts val="500"/>
              </a:spcAft>
              <a:buNone/>
            </a:pP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static/index.html — Full SPA: Voice, Autocomplete, NLP, Chat, Export, Translate, Dark Mode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data/ — Uploaded documents for RAG indexing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exported_documents/ — Generated export files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Differentiators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515600" cy="530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2-Stage RAG Retrieval — Broad first-pass (k=12) + precision re-ranking (k=6) for high relevance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Cosine Similarity Threshold — Only answers when confidence &gt;= 0.28, preventing hallucinated answers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Multi-Table Fuzzy Search — Searches 8 ServiceNow tables simultaneously with scoring and dedup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Voice-First Capability — getUserMedia + Web Speech API with continuous mode and auto-restart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Dual-Tier Autocorrect — Instant client dictionary (40+ terms) + GPT server-side correction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NLP Intent Detection — Real-time query classification (6 intents), entity extraction, confidence scoring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Autocomplete — History-based + GPT-generated suggestions with full keyboard navigation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Vendor-Aware Web Biasing — Auto-prioritizes Microsoft, Cisco, ServiceNow sources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Token Preservation — Translation preserves IDs, markdown, code, SN references across 11 languages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6-Format Export — One-click conversion to PDF, Word, Excel, PowerPoint, CSV, TXT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Matrix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10972800" cy="27432"/>
          </a:xfrm>
          <a:prstGeom prst="rect">
            <a:avLst/>
          </a:prstGeom>
          <a:solidFill>
            <a:srgbClr val="4F46E5"/>
          </a:solidFill>
          <a:ln/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Voice Search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static/index.html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Speech API + getUserMedia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Autocomplete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static/index.html + nlp.js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Local history + GPT suggestions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Autocorrect (Client)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static/index.html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40-item IT dictionary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Autocorrect (Server)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src/routes/nlp.js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GPT-4o-mini spell correction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NLP Intent Detection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src/routes/nlp.js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GPT-4o-mini structured JSON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RAG Pipeline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src/services/rag.js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LangChain + text-embedding-3-small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ServiceNow Search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src/services/sn-client.js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Axios + 2-pass fuzzy + 8 tables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Synthesis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src/routes/chat.js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GPT-4o-mini + vendor bias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Translation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src/routes/translate.js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GPT-4o-mini (11 languages, RTL)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Export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src/services/exporters.js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PDFKit, docx, ExcelJS, pptxgenjs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Dark/Light Mode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static/index.html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CSS + localStorage toggle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Manager — AI-Powered IT Operations Assistant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NLP, Voice Search &amp; Smart Autocomplete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Deltek, Inc.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Use Cases &amp; Architecture</dc:subject>
  <dc:creator>Deltek Solution Manager</dc:creator>
  <cp:lastModifiedBy>Deltek Solution Manager</cp:lastModifiedBy>
  <cp:revision>1</cp:revision>
  <dcterms:created xsi:type="dcterms:W3CDTF">2026-04-21T15:33:26Z</dcterms:created>
  <dcterms:modified xsi:type="dcterms:W3CDTF">2026-04-21T15:33:26Z</dcterms:modified>
</cp:coreProperties>
</file>